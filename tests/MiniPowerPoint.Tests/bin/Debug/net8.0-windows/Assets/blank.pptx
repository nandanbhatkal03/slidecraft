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aca1523c9fd47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455cc726f4750"/>
  </p:sldMasterIdLst>
  <p:sldIdLst/>
  <p:sldSz cx="12192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49d37682434986" /><Relationship Type="http://schemas.openxmlformats.org/officeDocument/2006/relationships/slideMaster" Target="/ppt/slideMasters/slideMaster1.xml" Id="R960455cc726f475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68f2aa5fce4f5f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96ea4b513d4bd7" /><Relationship Type="http://schemas.openxmlformats.org/officeDocument/2006/relationships/slideLayout" Target="/ppt/slideLayouts/slideLayout1.xml" Id="R633bc8a83856496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3bc8a83856496d"/>
  </p:sldLayoutIdLst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