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e7599ffbf9144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e414d054114a51"/>
  </p:sldMasterIdLst>
  <p:sldIdLst/>
  <p:sldSz cx="12192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4c3fea4f5748da" /><Relationship Type="http://schemas.openxmlformats.org/officeDocument/2006/relationships/slideMaster" Target="/ppt/slideMasters/slideMaster1.xml" Id="R50e414d054114a5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2e3a118034990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68d5017be9a466e" /><Relationship Type="http://schemas.openxmlformats.org/officeDocument/2006/relationships/slideLayout" Target="/ppt/slideLayouts/slideLayout1.xml" Id="Rc74c3ace4cbd4f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4c3ace4cbd4fd2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